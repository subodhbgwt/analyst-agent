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65788"/>
                </a:solidFill>
                <a:latin typeface="Arial"/>
              </a:rPr>
              <a:t>Getinge AB (publ) — company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Arial"/>
              </a:rPr>
              <a:t>Business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Swedish medtech: acute care therapies, surgical workflows and life science equipment; HQ Gothenburg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SEK 34.7bn FY25 revenue, ~10,000+ hospital customers globally, listed on Nasdaq Stockholm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Recurring revenue (consumables, service) is roughly two-thirds of sales and rising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Q1 2026: order intake +3.9%, organic sales +0.8% against a record comparison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Arial"/>
              </a:rPr>
              <a:t>Why interesting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Guides 3-5% organic growth for 2026; margin recovery underway (12.6% adj. EBITA ex tariffs/FX)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CardioHelp II ECMO launch in Q2 2026 with US FDA submission planned in H2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EBITDA margin of ~19% trails medtech peers, leaving self-help upside if execution 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Arial"/>
              </a:rPr>
              <a:t>Risks / open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Tariffs and currency cost SEK 226mm of adjusted EBITDA in Q1 2026 alone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Screening DCF implies EV ~26% below market: the market is pricing recovery, not the trailing numbers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Multi-year quality-remediation history (FDA consent decree legacy) still weighs on sentiment</a:t>
            </a:r>
          </a:p>
        </p:txBody>
      </p:sp>
      <p:pic>
        <p:nvPicPr>
          <p:cNvPr id="9" name="Picture 8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914400"/>
            <a:ext cx="5577840" cy="3295996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0" y="3657600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115568"/>
                <a:gridCol w="1115568"/>
                <a:gridCol w="1115568"/>
                <a:gridCol w="1115568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/>
                        <a:t>SEKmm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2025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28,291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31,827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34,759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34,968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/>
                        <a:t>growth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+0.6%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/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5,932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5,697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6,208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6,453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/>
                        <a:t>margin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18.5%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0" y="53492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Arial"/>
              </a:rPr>
              <a:t>Valuation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566928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Market cap SEK 54.8bn | EV SEK 63.1bn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EV/EBITDA 11.6x | P/E 23.2x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1A1A1A"/>
                </a:solidFill>
                <a:latin typeface="Arial"/>
              </a:rPr>
              <a:t>• Quick DCF (8.5% WACC, 2.0% TGR, growth fading 7.3%→2.0%): implied EV SEK 46.6bn (-26% vs market)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Arial"/>
              </a:rPr>
              <a:t>Source: Yahoo Finance market data; agent-generated summary — verify before use. DCF is a screening heuristic,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